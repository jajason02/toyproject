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미니멀 표지. 브랜드와 한 줄 정체성으로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문장이 주인공. 슬라이드 절반 이상을 여백으로.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창작 카드를 골드 테두리로 살짝 강조해 04로 넘어갈 복선을 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사람들이 모이는 커뮤니티부터. 추천·창작으로 이어지는 흐름의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깊게 파지 않고 담백하게 한 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 전환 — 여기가 핵심이라는 신호. 감성 카피가 주인공, 설명 최소.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06이 감성, 07이 기능 실체. 4단계 흐름이 차별점의 핵심 시각화. 다음 슬라이드에서 라이브 시연으로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아이디어 생성 소스코드와 프롬프트 구조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슬라이드는 안내판일 뿐, 실제 시연은 라이브. 텍스트 최소.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단순 나열이 아니라 '왜 분리했는가'가 메시지. 박스 3개 + 화살표.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분담 → 미팅 파이프라인이 핵심. 깔끔한 3열 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코드는 한 줄만 모노폰트로. 과장 없이 솔직하게.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거창하지 않게, 진솔하게. 발표를 닫는 자리.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2026-06-25T13:20:07Z</dcterms:created>
  <dcterms:modified xsi:type="dcterms:W3CDTF">2026-06-25T13:20:07Z</dcterms:modified>
</cp:coreProperties>
</file>